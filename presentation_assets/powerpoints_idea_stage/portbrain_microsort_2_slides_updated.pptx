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photograph_of_a_busy_warehouse_p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720840" cy="6858000"/>
          </a:xfrm>
          <a:prstGeom prst="rect">
            <a:avLst/>
          </a:prstGeom>
          <a:solidFill>
            <a:srgbClr val="02070D">
              <a:alpha val="92000"/>
            </a:srgbClr>
          </a:solidFill>
          <a:ln w="12700">
            <a:solidFill>
              <a:srgbClr val="02070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38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CE5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66928" y="786384"/>
            <a:ext cx="580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Asia’s trade hub is still slowed by manual quality decisions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585216" y="1856232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D8E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Hong Kong is a global gateway for high-value goods moving through Asia. But after containers and parcels enter warehouses, workers still inspect, classify and route exception-heavy items by hand.</a:t>
            </a:r>
            <a:endParaRPr lang="en-US" sz="1720" dirty="0"/>
          </a:p>
        </p:txBody>
      </p:sp>
      <p:sp>
        <p:nvSpPr>
          <p:cNvPr id="7" name="Shape 4"/>
          <p:cNvSpPr/>
          <p:nvPr/>
        </p:nvSpPr>
        <p:spPr>
          <a:xfrm>
            <a:off x="585216" y="2724912"/>
            <a:ext cx="1664208" cy="822960"/>
          </a:xfrm>
          <a:prstGeom prst="roundRect">
            <a:avLst>
              <a:gd name="adj" fmla="val 8889"/>
            </a:avLst>
          </a:prstGeom>
          <a:solidFill>
            <a:srgbClr val="071321">
              <a:alpha val="88000"/>
            </a:srgbClr>
          </a:solidFill>
          <a:ln w="10160">
            <a:solidFill>
              <a:srgbClr val="1CE5A9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0664" y="284378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13.7M TEUs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0664" y="32004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8C8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containers handled by HK in 2024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2395728" y="2724912"/>
            <a:ext cx="1664208" cy="822960"/>
          </a:xfrm>
          <a:prstGeom prst="roundRect">
            <a:avLst>
              <a:gd name="adj" fmla="val 8889"/>
            </a:avLst>
          </a:prstGeom>
          <a:solidFill>
            <a:srgbClr val="071321">
              <a:alpha val="88000"/>
            </a:srgbClr>
          </a:solidFill>
          <a:ln w="10160">
            <a:solidFill>
              <a:srgbClr val="1CE5A9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51176" y="284378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HK$10.9T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551176" y="32004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8C8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goods traded through HK in 2025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4206240" y="2724912"/>
            <a:ext cx="1664208" cy="822960"/>
          </a:xfrm>
          <a:prstGeom prst="roundRect">
            <a:avLst>
              <a:gd name="adj" fmla="val 8889"/>
            </a:avLst>
          </a:prstGeom>
          <a:solidFill>
            <a:srgbClr val="071321">
              <a:alpha val="88000"/>
            </a:srgbClr>
          </a:solidFill>
          <a:ln w="10160">
            <a:solidFill>
              <a:srgbClr val="1CE5A9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61688" y="284378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~60%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361688" y="32004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8C8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throughput is transshipment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640080" y="38679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automation optimizes throughput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593592" y="38679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CE5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Port-Brain optimizes quality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40080" y="422452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CE5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59536" y="4251960"/>
            <a:ext cx="2386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D8E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systems: high-CapEx sorters, conveyors and warehouse rebuilds.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3593592" y="422452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CE5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813048" y="4251960"/>
            <a:ext cx="2386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D8E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MicroSort: low-cost robotic cells that retrofit into dense logistics workstations.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640080" y="50474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CE5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59536" y="5074920"/>
            <a:ext cx="5376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 point: labor- and space-constrained teams need consistent first-pass triage for damaged, fragile, battery or high-value returns.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585216" y="6254496"/>
            <a:ext cx="5806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6B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HK Marine Dept.; HKSAR C&amp;SD; HKSAR Modern Logistics Action Plan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high_tech_warehouse_lab_interio_batch_2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457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CE5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66928" y="86868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Port-Brain MicroSort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585216" y="1490472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8E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embodied-AI workstation for high-value logistics cells.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21792" y="22402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21792" y="253288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8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72768" y="23591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E5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947672" y="22402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947672" y="253288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8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VLM + rules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898648" y="23591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E5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73552" y="22402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3273552" y="253288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8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policy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224528" y="23591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E5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99432" y="22402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E5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4599432" y="253288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8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log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080" y="32186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CE5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59536" y="3246120"/>
            <a:ext cx="50383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streams live robot operations: camera, action status, item history and exception queue.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640080" y="40233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CE5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59536" y="4050792"/>
            <a:ext cx="5038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integration turns each action into an auditable explanation: what happened, why, and what a human should review.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640080" y="491032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CE5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59536" y="4937760"/>
            <a:ext cx="5038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uses imitation-learned pick-and-place; roadmap adds predictive world models for safer fragile-goods handling.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585216" y="6254496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6B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target: sort small parcels into Resell / Inspect / Manual Review bins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Port-Brain MicroSort</dc:title>
  <dc:subject>Hackathon pitch slides</dc:subject>
  <dc:creator>OpenAI</dc:creator>
  <cp:lastModifiedBy>OpenAI</cp:lastModifiedBy>
  <cp:revision>1</cp:revision>
  <dcterms:created xsi:type="dcterms:W3CDTF">2026-06-06T10:42:36Z</dcterms:created>
  <dcterms:modified xsi:type="dcterms:W3CDTF">2026-06-06T10:42:36Z</dcterms:modified>
</cp:coreProperties>
</file>